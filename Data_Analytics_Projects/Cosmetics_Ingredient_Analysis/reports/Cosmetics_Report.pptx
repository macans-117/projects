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35400"/>
                </a:solidFill>
                <a:latin typeface="Calibri"/>
              </a:rPr>
              <a:t>MEDTOUREASY  ·  1,472 SEPHORA SKUs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Similar ingredients, cheaper jar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49039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One-hot the formula list. t-SNE to look at it.
Cosine to pick a neighbor.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Catalogue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Chemical components  ·  MedTourEasy practice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2 / 8</a:t>
            </a:r>
          </a:p>
        </p:txBody>
      </p:sp>
      <p:pic>
        <p:nvPicPr>
          <p:cNvPr id="8" name="Picture 7" descr="category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852160" cy="3108960"/>
          </a:xfrm>
          <a:prstGeom prst="rect">
            <a:avLst/>
          </a:prstGeom>
        </p:spPr>
      </p:pic>
      <p:pic>
        <p:nvPicPr>
          <p:cNvPr id="9" name="Picture 8" descr="price_by_categ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822960"/>
            <a:ext cx="5669280" cy="3108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411480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Treatments are the expensive aisle (median $64.50). Cleansers are $28.
Eye cream has the weakest mean rank (3.81). 116 brands; CLINIQUE leads SKU count (79).
471 products have no skin-type flag — the 0/1 columns are incomplete.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The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Chemical components  ·  MedTourEasy practice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3 /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Filter: Label = Moisturizer AND Dry = 1  →  190 products.
Split Ingredients on “, ”, lowercase, unique token → index. 2,233 tokens.
decyl oleate sits at index 25 (the DataCamp check).
Binary document-term matrix 190 × 2,233. Mean 35.1 ingredients / product. 98.4% zeros.
t-SNE (2-D, learning_rate=200, random_state=42) for the map.
Cosine on the raw binary rows for neighbors — that number is stable; t-SNE is not a metric.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t-SNE map of dry moisturizers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Chemical components  ·  MedTourEasy practice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4 / 8</a:t>
            </a:r>
          </a:p>
        </p:txBody>
      </p:sp>
      <p:pic>
        <p:nvPicPr>
          <p:cNvPr id="8" name="Picture 7" descr="tsn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949440" cy="5120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06640" y="109728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Axes are not ingredients.
Distance ≈ shared formula.
Orange: AmorePacific cushion $60 / 4.0
Navy: Laneige BB cushion $38 / 4.3
They sit next to each other.
Cosine 0.535 · 23 shared tokens.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The $22 swap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Chemical components  ·  MedTourEasy practice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5 /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AmorePacific Color Control Cushion SPF 50+   $60   rank 4.0
Laneige BB Cushion Hydra Radiance SPF 50     $38   rank 4.3
Nearest product in the 190-row set (cosine 0.535).
Next neighbor is only 0.333 — so this is not a crowded blob.
Same job (tinted cushion + SPF), $22 less, slightly better rating.
That is the whole point of the brief: read the back of the bottle without being a chemist.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What this is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Chemical components  ·  MedTourEasy practice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6 /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• Not a safety ranking. Shared silicones ≠ shared irritation profile.
• Not “word embeddings.” It is one-hot presence. Order on the INCI list is ignored.
• 120 rows say “Visit the boutique” instead of a formula. They contribute almost nothing.
• t-SNE will jitter if you drop random_state. Use cosine for the actual recommendation.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How it was run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Chemical components  ·  MedTourEasy practice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7 /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pandas + numpy one-hot, sklearn TSNE / cosine_similarity, SQLite for the catalogue, Excel for the tables.
No Bokeh app. Static map in reports/figures/tsne_map.png.
Notebook: notebooks/cosmetics_analysis.ipynb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Same silicones. Twenty-two dollars less.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