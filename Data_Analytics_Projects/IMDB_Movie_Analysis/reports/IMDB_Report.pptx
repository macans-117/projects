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35400"/>
                </a:solidFill>
                <a:latin typeface="Calibri"/>
              </a:rPr>
              <a:t>IMDb  ·  4,916 unique titles  ·  1916–2016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actually moves the score?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Genre, runtime, and director beat budget for IMDb.
Budget beats score for gross.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  ·  Genre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IMDb movies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 / 9</a:t>
            </a:r>
          </a:p>
        </p:txBody>
      </p:sp>
      <p:pic>
        <p:nvPicPr>
          <p:cNvPr id="8" name="Picture 7" descr="genre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760720" cy="3657600"/>
          </a:xfrm>
          <a:prstGeom prst="rect">
            <a:avLst/>
          </a:prstGeom>
        </p:spPr>
      </p:pic>
      <p:pic>
        <p:nvPicPr>
          <p:cNvPr id="9" name="Picture 8" descr="genre_me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22960"/>
            <a:ext cx="576072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6634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Drama is the most common tag (2,532). Documentary / biography / history / war sit ~7.1.
Horror is 5.80. Comedy is everywhere (1,847) and still below the 6.44 all-movie mean.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  ·  Duration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IMDb movies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 / 9</a:t>
            </a:r>
          </a:p>
        </p:txBody>
      </p:sp>
      <p:pic>
        <p:nvPicPr>
          <p:cNvPr id="8" name="Picture 7" descr="dura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6035040" cy="3931920"/>
          </a:xfrm>
          <a:prstGeom prst="rect">
            <a:avLst/>
          </a:prstGeom>
        </p:spPr>
      </p:pic>
      <p:pic>
        <p:nvPicPr>
          <p:cNvPr id="9" name="Picture 8" descr="duration_b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822960"/>
            <a:ext cx="530352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r = 0.26. Under 90 min → 6.11 mean. Over 150 min → 7.44. Mode is 90 minutes.
That is a mix/prestige effect, not a reason to pad the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  · 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IMDb movies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 / 9</a:t>
            </a:r>
          </a:p>
        </p:txBody>
      </p:sp>
      <p:pic>
        <p:nvPicPr>
          <p:cNvPr id="8" name="Picture 7" descr="language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658368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English: 4,582 films, mean 6.39 (93% of the file).
Japanese 7.35 (n=17)
German 7.34 (n=19)
French 7.04 (n=73)
Small-n languages look better because this dump keeps the famous 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  ·  Directors (≥ 5 films)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IMDb movies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 / 9</a:t>
            </a:r>
          </a:p>
        </p:txBody>
      </p:sp>
      <p:pic>
        <p:nvPicPr>
          <p:cNvPr id="8" name="Picture 7" descr="dir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22960"/>
            <a:ext cx="676656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0972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214 directors with 5+ films here.
Nolan 8.425 (8 films) — 100th percentile of that set.
Tarantino 8.20 · Capra 8.06 · Kubrick 8.05
90th percentile of means: 7.41
One-film 9.5 TV rows are not this chart.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  ·  Budget, gross,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IMDb movies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 / 9</a:t>
            </a:r>
          </a:p>
        </p:txBody>
      </p:sp>
      <p:pic>
        <p:nvPicPr>
          <p:cNvPr id="8" name="Picture 7" descr="budget_g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852160" cy="3840480"/>
          </a:xfrm>
          <a:prstGeom prst="rect">
            <a:avLst/>
          </a:prstGeom>
        </p:spPr>
      </p:pic>
      <p:pic>
        <p:nvPicPr>
          <p:cNvPr id="9" name="Picture 8" descr="top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822960"/>
            <a:ext cx="557784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After dropping 10 local-currency budgets: r(budget, gross) = 0.63. r(budget, IMDb) ≈ 0.04.
Avatar +$523.5M, Jurassic World +$502.2M, Titanic +$458.7M. Excel sheet E_correl has =CORREL().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Five whys  ·  the duration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IMDb movies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1. Why do longer films score higher? They sit with drama / biography / war, not 90-minute horror.
2. Why those genres run long? Awards-circuit habit and editors keeping footage that works.
3. Why the average moves: voters who finish 160 minutes are already bought in; short bins are padded with 5.x horror.
4. Why this is not a lever: stretching a weak script does not mint Shawshank.
5. Why it still matters: runtime is a proxy for intent. Budget tracks gross. IMDb tracks something else.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I would not tell a producer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568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IMDb movies  ·  practice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8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• Do not rank directors on a single 9.x.
• Do not read Lady Vengeance as a $4.2B flop — that budget is not USD.
• Do not treat English’s 6.39 as 'English films are worse.'
• Do not use IMDb as a stand-in for profit. Avatar is both; plenty of 8.x films are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Spend money to chase gross.
Runtime and genre describe the score.
They are not the same job.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