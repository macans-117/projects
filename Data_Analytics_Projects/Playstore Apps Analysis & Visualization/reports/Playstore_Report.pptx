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35400"/>
                </a:solidFill>
                <a:latin typeface="Calibri"/>
              </a:rPr>
              <a:t>GOOGLE PLAY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14 SQL questions on 9,648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Pandas + SQLite. Ratings not filled with the mean.
Installs are bucket floors, not exact counts.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is in the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9,648 unique apps after dropping the Category=1.9 row and duplicate names.
8,190 have a rating (median 4.3). 1,458 have none — left missing.
8,895 free / 753 paid.
29,692 unique reviews (duplicates dropped) across 865 apps.
64% positive, 21% negative, 15% neutral.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Q1–Q3  ·  rating vs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pic>
        <p:nvPicPr>
          <p:cNvPr id="8" name="Picture 7" descr="rating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94360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0058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Highest rating is 5.0 — 271 apps.
Most of those have &lt;150 reviews.
Top 5.0 by reviews: Ríos de Fe (141).
Most reviewed app overall:
Facebook  ·  SOCIAL
78,158,306 reviews  ·  1B+ installs.
A 5.0 with a hundred reviews is not a better product than Facebook at 4.x.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Q4–Q6  ·  money, installs, 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pic>
        <p:nvPicPr>
          <p:cNvPr id="8" name="Picture 7" descr="category_inst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6766560" cy="3474720"/>
          </a:xfrm>
          <a:prstGeom prst="rect">
            <a:avLst/>
          </a:prstGeom>
        </p:spPr>
      </p:pic>
      <p:pic>
        <p:nvPicPr>
          <p:cNvPr id="9" name="Picture 8" descr="paid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822960"/>
            <a:ext cx="457200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GAME leads installs: 13.88 billion (bucket floor). COMMUNICATION is second.
Paid revenue estimate $291.1M. Minecraft $69.9M, then the joke “I am rich” apps.
Most published genre: Tools (824 apps).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Q7–Q10  ·  games, Android, free/paid, dating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pic>
        <p:nvPicPr>
          <p:cNvPr id="8" name="Picture 7" descr="top_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6766560" cy="3200400"/>
          </a:xfrm>
          <a:prstGeom prst="rect">
            <a:avLst/>
          </a:prstGeom>
        </p:spPr>
      </p:pic>
      <p:pic>
        <p:nvPicPr>
          <p:cNvPr id="9" name="Picture 8" descr="free_vs_pa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22960"/>
            <a:ext cx="43891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Subway Surfers is the only game at 1B+ installs.
1,395 apps list Android Ver = “4.0.3 and up” (exact string, not “4.0.3 or later”).
92% free. Best dating app by reviews: Zoosk (516,801 reviews, rating 4.0).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Q11–Q14  ·  review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pic>
        <p:nvPicPr>
          <p:cNvPr id="8" name="Picture 7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45720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10 Best Foods for You — unique reviews:
79 positive, 11 neutral, 5 negative.
ASUS SuperNote, polarity=1 and subjectivity=1:
“Awesome!!!!”  (one row)
Abs Training-Burn belly fat, Neutral: 5 comments.
Adobe Acrobat Reader, Negative: 20 unique 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 would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5.0 is not a ranking. It is a small-sample ceiling.
• $291M is not Google’s revenue. It is list price times a rounded install bucket.
• Q8 is an exact version string. Apps on 4.1+ are a different count.
• Reviews cover 865 of 9,648 apps. Sentiment is not store-wide.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this was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Play Store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Stack: pandas and SQLite. No Power BI in this repo.
Cleaning: drop Category=1.9, drop duplicate app names, restore missing ratings, drop duplicate reviews.
SQL: sql/queries.sql. The notebook checks that pandas and SQLite match on the headline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Facebook has the reviews.
GAME has the installs.
5.0 is a crowded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