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35400"/>
                </a:solidFill>
                <a:latin typeface="Calibri"/>
              </a:rPr>
              <a:t>OPS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Jobs reviewed, then a drop in weekly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Two case studies. Pandas + SQLite. The job table has 8 rows;
I still ran the queries. The product tables are real size.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EB6BF"/>
                </a:solidFill>
                <a:latin typeface="Calibri"/>
              </a:rPr>
              <a:t>Practice project  ·  May–Aug 2014 events  ·  Nov 2020 jobs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the brief asked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Ops analytics  ·  not a live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35400"/>
                </a:solidFill>
                <a:latin typeface="Calibri"/>
              </a:rPr>
              <a:t>CASE 1  ·  JOB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•  Jobs reviewed per hour per day (Nov 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•  Throughput (events / sec) and 7-day rolling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•  Language share, last 30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•  How to display duplicate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914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35400"/>
                </a:solidFill>
                <a:latin typeface="Calibri"/>
              </a:rPr>
              <a:t>CASE 2  ·  PRODUCT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•  Weekly user 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•  User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•  Weekly retention of the signup cohort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06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•  Weekly engagement per device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•  Email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6D7E"/>
                </a:solidFill>
                <a:latin typeface="Calibri"/>
              </a:rPr>
              <a:t>Engagement = unique users with at least one event_type = engagement that week.
Weeks start Monday. IDs came in as floats; I cast them to int.
Case 1 has no timestamp, only a date — so “per hour” is jobs / 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Case 1  ·  eight jobs, six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Ops analytics  ·  not a live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3 / 11</a:t>
            </a:r>
          </a:p>
        </p:txBody>
      </p:sp>
      <p:pic>
        <p:nvPicPr>
          <p:cNvPr id="8" name="Picture 7" descr="jobs_per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852160" cy="2651760"/>
          </a:xfrm>
          <a:prstGeom prst="rect">
            <a:avLst/>
          </a:prstGeom>
        </p:spPr>
      </p:pic>
      <p:pic>
        <p:nvPicPr>
          <p:cNvPr id="9" name="Picture 8" descr="language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14400"/>
            <a:ext cx="5394960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Per hour: 0.0417 or 0.0833. Throughput: 0.000012–0.000023 events/sec. 7-day rolling ends at 0.0000154 — and we only have 6 days, so it is a running mean, not a full window.
Persian is 3 of 8 (37.5%). Everything else is one row.
No exact duplicate rows. job_id 23 appears three times with different actors. I would show that with GROUP BY job_id HAVING COUNT(*) &gt; 1, not SELECT DISTINCT.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Case 2  ·  weekly engagement falls in the week of 4 Aug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Ops analytics  ·  not a live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4 / 11</a:t>
            </a:r>
          </a:p>
        </p:txBody>
      </p:sp>
      <p:pic>
        <p:nvPicPr>
          <p:cNvPr id="8" name="Picture 7" descr="weekly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22960"/>
            <a:ext cx="7589520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10058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6D7E"/>
                </a:solidFill>
                <a:latin typeface="Calibri"/>
              </a:rPr>
              <a:t>28 JUL  (PEAK)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280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4F72"/>
                </a:solidFill>
                <a:latin typeface="Calibri"/>
              </a:rPr>
              <a:t>1,443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03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6D7E"/>
                </a:solidFill>
                <a:latin typeface="Calibri"/>
              </a:rPr>
              <a:t>4 AUG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774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35400"/>
                </a:solidFill>
                <a:latin typeface="Calibri"/>
              </a:rPr>
              <a:t>1,266  (−12%)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2004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6D7E"/>
                </a:solidFill>
                <a:latin typeface="Calibri"/>
              </a:rPr>
              <a:t>25 AUG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4747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35400"/>
                </a:solidFill>
                <a:latin typeface="Calibri"/>
              </a:rPr>
              <a:t>1,194  (−17%)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340,832 events, 9,760 users in the event log, 1 May–31 Aug 2014. The week of 28 Apr is short (data starts Thursday 1 May). Events per engaged user also slip a little (14.9 → 13.5), so it is not only fewer people — they do slightly less.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Growth is not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Ops analytics  ·  not a live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 / 11</a:t>
            </a:r>
          </a:p>
        </p:txBody>
      </p:sp>
      <p:pic>
        <p:nvPicPr>
          <p:cNvPr id="8" name="Picture 7" descr="user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22960"/>
            <a:ext cx="7132320" cy="3200400"/>
          </a:xfrm>
          <a:prstGeom prst="rect">
            <a:avLst/>
          </a:prstGeom>
        </p:spPr>
      </p:pic>
      <p:pic>
        <p:nvPicPr>
          <p:cNvPr id="9" name="Picture 8" descr="returning_vs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822960"/>
            <a:ext cx="438912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19,066 accounts created (Jan 2013–Aug 2014). 9,381 activated (49.2%). Weekly signups in August: 476 → 406 → 473 → 468 → 514. Activations follow.
Returning engaged users: 1,153 (28 Jul) → 1,055 → 943 → 908. First-time engagers dip only in the week of 4 Aug (290 → 211) and then come back. The hole is existing users, not new 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Signup-cohort retention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Ops analytics  ·  not a live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6 / 11</a:t>
            </a:r>
          </a:p>
        </p:txBody>
      </p:sp>
      <p:pic>
        <p:nvPicPr>
          <p:cNvPr id="8" name="Picture 7" descr="retention_by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694944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109728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7,298 signups inside the event window.
Week 0  50.4%
Week 1  34.1%
Week 2  20.3%
Week 4  10.2%
Week 8   4.8%
Week 0 is ~50% because pending accounts never engage. The brief said signup cohort, so I kept pending users in the denominator.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Phone and tablet fall harder than computer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Ops analytics  ·  not a live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7 / 11</a:t>
            </a:r>
          </a:p>
        </p:txBody>
      </p:sp>
      <p:pic>
        <p:nvPicPr>
          <p:cNvPr id="8" name="Picture 7" descr="device_week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22960"/>
            <a:ext cx="768096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105156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Unique engaged users
28 Jul → 25 Aug
Computer   951 → 864   −9%
Phone      589 → 441  −25%
Tablet     250 → 163  −35%
Families are a hand mapping of the 26 device strings (galaxy note → phone, “samsumg” tablet kept as tablet).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Email  ·  opens hold, clicks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Ops analytics  ·  not a live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8 / 11</a:t>
            </a:r>
          </a:p>
        </p:txBody>
      </p:sp>
      <p:pic>
        <p:nvPicPr>
          <p:cNvPr id="8" name="Picture 7" descr="email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22960"/>
            <a:ext cx="768096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100584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90,389 rows. Whole window:
open 33.6%  ·  CTR 14.8%
28 Jul   open 35.2%  CTR 16.1%
4 Aug    open 33.4%  CTR 10.8%
25 Aug   open 35.0%  CTR 11.3%
People still open the digest. Fewer click through in the same week engagement drops.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I would tell 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Ops analytics  ·  not a live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9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60120"/>
            <a:ext cx="109728" cy="1143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06984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latin typeface="Calibri"/>
              </a:rPr>
              <a:t>Not acquisition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356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Signups and activations keep going up in August. New-to-engagement recovers after one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109728" cy="1143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5000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latin typeface="Calibri"/>
              </a:rPr>
              <a:t>Existing users, mobile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1576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Returning users fall and stay down. Phone −25%, tablet −35%, computer −9%.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0439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20439"/>
            <a:ext cx="109728" cy="1143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3016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latin typeface="Calibri"/>
              </a:rPr>
              <a:t>Email CTA is a live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95927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Open rate is flat; CTR drops from 16.1% to 10.8% the week of 4 Aug.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00599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800599"/>
            <a:ext cx="109728" cy="1143000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10327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latin typeface="Calibri"/>
              </a:rPr>
              <a:t>I cannot name the bug from this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7608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Event mix did not change. Next: mobile release log, digest template, August holidays by country.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How this was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Ops analytics  ·  not a live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10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Stack: Python (pandas) and SQLite. No extra database.
Cleaning: drop empty Excel rows; cast user_id to int; parse timestamps; strip nothing else. Language and device strings are used as they arrived (including “portugese” and “samsumg galaxy tablet”).
SQL lives in sql/01_job_ops.sql and sql/02_metric_spike.sql. The notebook loads the CSVs into an in-memory SQLite database and checks that the pandas and SQL answers match.
I would not ship Case 1 as a dashboard. Eight rows. Case 2 is the actual investigation.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1,443 → 1,266 engaged users
in one week. Growth did not follow.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5D8DC"/>
                </a:solidFill>
                <a:latin typeface="Calibri"/>
              </a:rPr>
              <a:t>Check mobile clients and the digest click target first.
Do not pause acquisition on this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